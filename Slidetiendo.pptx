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imes New Roman" charset="1" panose="02020603050405020304"/>
      <p:regular r:id="rId29"/>
    </p:embeddedFont>
    <p:embeddedFont>
      <p:font typeface="Times New Roman Bold" charset="1" panose="02020803070505020304"/>
      <p:regular r:id="rId30"/>
    </p:embeddedFont>
    <p:embeddedFont>
      <p:font typeface="Aptos Bold" charset="1" panose="020B0004020202020204"/>
      <p:regular r:id="rId31"/>
    </p:embeddedFont>
    <p:embeddedFont>
      <p:font typeface="Aptos" charset="1" panose="020B0004020202020204"/>
      <p:regular r:id="rId32"/>
    </p:embeddedFont>
    <p:embeddedFont>
      <p:font typeface="Arial Bold" charset="1" panose="020B0704020202020204"/>
      <p:regular r:id="rId33"/>
    </p:embeddedFont>
    <p:embeddedFont>
      <p:font typeface="Arial" charset="1" panose="020B06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76400" y="2398109"/>
            <a:ext cx="154381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Di động kết hợp với hệ thống nhúng ESP32</a:t>
            </a:r>
          </a:p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và Giám sát cây trồng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96349" y="4705350"/>
            <a:ext cx="5918171" cy="300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GVHD: </a:t>
            </a:r>
          </a:p>
          <a:p>
            <a:pPr algn="l">
              <a:lnSpc>
                <a:spcPts val="8531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</a:t>
            </a: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s.Huỳnh Hoàng Hà</a:t>
            </a:r>
          </a:p>
          <a:p>
            <a:pPr algn="l">
              <a:lnSpc>
                <a:spcPts val="73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76400" y="4732479"/>
            <a:ext cx="8899681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 Viên: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Đức Thắng                    23119205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Thế Toàn                       23119213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Thanh Trí                     23119217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Hữu Tuấn                     23119221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Thái Tú                         23119225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73458" y="2459380"/>
            <a:ext cx="11941084" cy="6518619"/>
          </a:xfrm>
          <a:custGeom>
            <a:avLst/>
            <a:gdLst/>
            <a:ahLst/>
            <a:cxnLst/>
            <a:rect r="r" b="b" t="t" l="l"/>
            <a:pathLst>
              <a:path h="6518619" w="11941084">
                <a:moveTo>
                  <a:pt x="0" y="0"/>
                </a:moveTo>
                <a:lnTo>
                  <a:pt x="11941084" y="0"/>
                </a:lnTo>
                <a:lnTo>
                  <a:pt x="11941084" y="6518619"/>
                </a:lnTo>
                <a:lnTo>
                  <a:pt x="0" y="6518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86643" y="1019175"/>
            <a:ext cx="15147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Idea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73458" y="2739681"/>
            <a:ext cx="11941084" cy="6518619"/>
          </a:xfrm>
          <a:custGeom>
            <a:avLst/>
            <a:gdLst/>
            <a:ahLst/>
            <a:cxnLst/>
            <a:rect r="r" b="b" t="t" l="l"/>
            <a:pathLst>
              <a:path h="6518619" w="11941084">
                <a:moveTo>
                  <a:pt x="0" y="0"/>
                </a:moveTo>
                <a:lnTo>
                  <a:pt x="11941084" y="0"/>
                </a:lnTo>
                <a:lnTo>
                  <a:pt x="11941084" y="6518619"/>
                </a:lnTo>
                <a:lnTo>
                  <a:pt x="0" y="6518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18271" y="1019175"/>
            <a:ext cx="785145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Function in Mobile app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78473" y="2363578"/>
            <a:ext cx="13287513" cy="6772394"/>
          </a:xfrm>
          <a:custGeom>
            <a:avLst/>
            <a:gdLst/>
            <a:ahLst/>
            <a:cxnLst/>
            <a:rect r="r" b="b" t="t" l="l"/>
            <a:pathLst>
              <a:path h="6772394" w="13287513">
                <a:moveTo>
                  <a:pt x="0" y="0"/>
                </a:moveTo>
                <a:lnTo>
                  <a:pt x="13287512" y="0"/>
                </a:lnTo>
                <a:lnTo>
                  <a:pt x="13287512" y="6772394"/>
                </a:lnTo>
                <a:lnTo>
                  <a:pt x="0" y="6772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04733" y="1019175"/>
            <a:ext cx="339292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PROCESS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8740" y="2803208"/>
            <a:ext cx="15590520" cy="641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kế, huấn luyện, lượng tử hóa mô hình CNN bằng Python và trích xuất trọng số ra định dạng Hex.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 hình lại lõi RV32E từ đồ án 1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 trình RTL cho khối tính toán MAC và mạch Clock Gating, sau đó tích hợp vào đường dẫn dữ liệu (Datapath) của CPU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firmware điều khiển, nạp trọng số AI vào ROM và tiến hành mô phỏng toàn hệ thống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 Bitstream xuống mạch thật. Viết giao diện trên máy tính truyền dữ liệu ảnh phổ radar qua UART và nhận lại kết quả phân loại</a:t>
            </a:r>
          </a:p>
          <a:p>
            <a:pPr algn="l">
              <a:lnSpc>
                <a:spcPts val="3888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871460" y="1057751"/>
            <a:ext cx="3459480" cy="97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Nội Dung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8740" y="2822258"/>
            <a:ext cx="15590520" cy="639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Mã nguồn RTL hệ thống SoC tích hợp bộ tăng tốc phần cứng và mạch tiết kiệm năng lượng</a:t>
            </a:r>
          </a:p>
          <a:p>
            <a:pPr algn="l">
              <a:lnSpc>
                <a:spcPts val="3564"/>
              </a:lnSpc>
            </a:pPr>
          </a:p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Cơ chế phân loại AI chạy thành công và chính xác trên vi mạch thực tế</a:t>
            </a:r>
          </a:p>
          <a:p>
            <a:pPr algn="l">
              <a:lnSpc>
                <a:spcPts val="3564"/>
              </a:lnSpc>
            </a:pPr>
          </a:p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Báo cáo đối chiếu và đánh giá hiệu năng (thời gian tính toán, tài nguyên LUTs/DSP) cũng như thông số giảm công suất tiêu thụ nhờ áp dụng Hardware Accelerator và Clock Gating</a:t>
            </a:r>
          </a:p>
          <a:p>
            <a:pPr algn="l">
              <a:lnSpc>
                <a:spcPts val="3564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31330" y="1057751"/>
            <a:ext cx="5539740" cy="97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Kết quả dự kiến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69817" y="4173814"/>
            <a:ext cx="10148366" cy="193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0"/>
              </a:lnSpc>
            </a:pPr>
            <a:r>
              <a:rPr lang="en-US" sz="1272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Tiến độ tuần 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06730"/>
            <a:ext cx="1627632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1. Mục tiêu tuần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128" y="1448943"/>
            <a:ext cx="16002000" cy="53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Tạo nền tảng phần mềm và dữ liệu để sẵn sàng tích hợp ESP32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5880" y="2152650"/>
            <a:ext cx="15590520" cy="637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Xây dựng giao diện Web App phục vụ quản lý và giám sát.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Phát triển các chức năng cơ bản của ứng dụng.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Kết nối Firebase để lưu trữ, đồng bộ và hiển thị dữ liệu.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Chuẩn bị nền tảng phần mềm cho việc kết nối phần cứng ESP32.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Kiểm thử việc nhận dữ liệu từ Firebase trên Wokwi.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848088"/>
            <a:ext cx="18287543" cy="438912"/>
            <a:chOff x="0" y="0"/>
            <a:chExt cx="24383390" cy="585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336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9888474"/>
            <a:ext cx="16550640" cy="22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06730"/>
            <a:ext cx="1627632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2. Giao diện Web App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128" y="1448943"/>
            <a:ext cx="16002000" cy="53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Phần mềm nền tảng đã được xây dựng ở mức cơ bản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848088"/>
            <a:ext cx="18287543" cy="438912"/>
            <a:chOff x="0" y="0"/>
            <a:chExt cx="2438339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42820" y="468405"/>
            <a:ext cx="4040033" cy="9034722"/>
            <a:chOff x="0" y="0"/>
            <a:chExt cx="7750810" cy="173331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50810" cy="17333128"/>
            </a:xfrm>
            <a:custGeom>
              <a:avLst/>
              <a:gdLst/>
              <a:ahLst/>
              <a:cxnLst/>
              <a:rect r="r" b="b" t="t" l="l"/>
              <a:pathLst>
                <a:path h="17333128" w="7750810">
                  <a:moveTo>
                    <a:pt x="0" y="0"/>
                  </a:moveTo>
                  <a:lnTo>
                    <a:pt x="7750810" y="0"/>
                  </a:lnTo>
                  <a:lnTo>
                    <a:pt x="7750810" y="17333128"/>
                  </a:lnTo>
                  <a:lnTo>
                    <a:pt x="0" y="1733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3" t="0" r="-21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2980" y="2621661"/>
            <a:ext cx="6949440" cy="47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Thiết kế giao diện theo hướng trực quan, dễ theo dõi.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Xây dựng các khu vực hiển thị dữ liệu và trạng thái hệ thống.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Bố trí các thành phần phục vụ quản lý và giám sát.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820" y="9888474"/>
            <a:ext cx="16550640" cy="22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06730"/>
            <a:ext cx="1627632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3. Các chức năng đã triển khai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128" y="1448943"/>
            <a:ext cx="16002000" cy="53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Các chức năng chính của Web 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29300" y="8900922"/>
            <a:ext cx="5029200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Giao diện điều khiển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30100" y="8970969"/>
            <a:ext cx="5029200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Giao diện cảnh báo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848088"/>
            <a:ext cx="18287543" cy="438912"/>
            <a:chOff x="0" y="0"/>
            <a:chExt cx="24383390" cy="585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45820" y="9888474"/>
            <a:ext cx="16550640" cy="22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65293" y="1094213"/>
            <a:ext cx="5372567" cy="8973331"/>
            <a:chOff x="0" y="0"/>
            <a:chExt cx="7163422" cy="11964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63435" cy="11964416"/>
            </a:xfrm>
            <a:custGeom>
              <a:avLst/>
              <a:gdLst/>
              <a:ahLst/>
              <a:cxnLst/>
              <a:rect r="r" b="b" t="t" l="l"/>
              <a:pathLst>
                <a:path h="11964416" w="7163435">
                  <a:moveTo>
                    <a:pt x="0" y="0"/>
                  </a:moveTo>
                  <a:lnTo>
                    <a:pt x="7163435" y="0"/>
                  </a:lnTo>
                  <a:lnTo>
                    <a:pt x="7163435" y="11964416"/>
                  </a:lnTo>
                  <a:lnTo>
                    <a:pt x="0" y="1196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48777" y="1094213"/>
            <a:ext cx="3337846" cy="7510158"/>
            <a:chOff x="0" y="0"/>
            <a:chExt cx="4450461" cy="100135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50461" cy="10013569"/>
            </a:xfrm>
            <a:custGeom>
              <a:avLst/>
              <a:gdLst/>
              <a:ahLst/>
              <a:cxnLst/>
              <a:rect r="r" b="b" t="t" l="l"/>
              <a:pathLst>
                <a:path h="10013569" w="4450461">
                  <a:moveTo>
                    <a:pt x="0" y="0"/>
                  </a:moveTo>
                  <a:lnTo>
                    <a:pt x="4450461" y="0"/>
                  </a:lnTo>
                  <a:lnTo>
                    <a:pt x="4450461" y="10013569"/>
                  </a:lnTo>
                  <a:lnTo>
                    <a:pt x="0" y="10013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8429" y="1164384"/>
            <a:ext cx="3440725" cy="7601607"/>
            <a:chOff x="0" y="0"/>
            <a:chExt cx="4587634" cy="101354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87621" cy="10135489"/>
            </a:xfrm>
            <a:custGeom>
              <a:avLst/>
              <a:gdLst/>
              <a:ahLst/>
              <a:cxnLst/>
              <a:rect r="r" b="b" t="t" l="l"/>
              <a:pathLst>
                <a:path h="10135489" w="4587621">
                  <a:moveTo>
                    <a:pt x="0" y="0"/>
                  </a:moveTo>
                  <a:lnTo>
                    <a:pt x="4587621" y="0"/>
                  </a:lnTo>
                  <a:lnTo>
                    <a:pt x="4587621" y="10135489"/>
                  </a:lnTo>
                  <a:lnTo>
                    <a:pt x="0" y="1013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2980" y="1984248"/>
            <a:ext cx="7818120" cy="5212080"/>
            <a:chOff x="0" y="0"/>
            <a:chExt cx="10424160" cy="694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2416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71853" y="2077974"/>
            <a:ext cx="7818120" cy="5212080"/>
            <a:chOff x="0" y="0"/>
            <a:chExt cx="10424160" cy="6949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848088"/>
            <a:ext cx="18287543" cy="438912"/>
            <a:chOff x="0" y="0"/>
            <a:chExt cx="24383390" cy="585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2980" y="506730"/>
            <a:ext cx="1627632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4. Kết nối Firebase &amp; kiểm thử Wokwi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1448943"/>
            <a:ext cx="16002000" cy="53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Lưu trữ, đồng bộ và hiển thị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3040" y="7374255"/>
            <a:ext cx="15179040" cy="176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Thiết lập kết nối Web App ↔ Firebase.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Lưu trữ và đồng bộ dữ liệu trên Firebase.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Đọc dữ liệu từ Firebase và hiển thị lên Web App.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Kiểm thử khả năng cập nhật dữ liệu trên Wokwi.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5820" y="9888474"/>
            <a:ext cx="16550640" cy="22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506730"/>
            <a:ext cx="1627632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5. Kết quả tuần 4 &amp; kế hoạch tuần 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976" y="2050256"/>
            <a:ext cx="7969568" cy="6735128"/>
            <a:chOff x="0" y="0"/>
            <a:chExt cx="10626090" cy="8980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26090" cy="8980170"/>
            </a:xfrm>
            <a:custGeom>
              <a:avLst/>
              <a:gdLst/>
              <a:ahLst/>
              <a:cxnLst/>
              <a:rect r="r" b="b" t="t" l="l"/>
              <a:pathLst>
                <a:path h="8980170" w="10626090">
                  <a:moveTo>
                    <a:pt x="0" y="1496695"/>
                  </a:moveTo>
                  <a:cubicBezTo>
                    <a:pt x="0" y="670052"/>
                    <a:pt x="670052" y="0"/>
                    <a:pt x="1496695" y="0"/>
                  </a:cubicBezTo>
                  <a:lnTo>
                    <a:pt x="9129395" y="0"/>
                  </a:lnTo>
                  <a:cubicBezTo>
                    <a:pt x="9956038" y="0"/>
                    <a:pt x="10626090" y="670052"/>
                    <a:pt x="10626090" y="1496695"/>
                  </a:cubicBezTo>
                  <a:lnTo>
                    <a:pt x="10626090" y="7483475"/>
                  </a:lnTo>
                  <a:cubicBezTo>
                    <a:pt x="10626090" y="8310118"/>
                    <a:pt x="9956038" y="8980170"/>
                    <a:pt x="9129395" y="8980170"/>
                  </a:cubicBezTo>
                  <a:lnTo>
                    <a:pt x="1496695" y="8980170"/>
                  </a:lnTo>
                  <a:cubicBezTo>
                    <a:pt x="670052" y="8980170"/>
                    <a:pt x="0" y="8310118"/>
                    <a:pt x="0" y="7483475"/>
                  </a:cubicBezTo>
                  <a:close/>
                </a:path>
              </a:pathLst>
            </a:custGeom>
            <a:solidFill>
              <a:srgbClr val="F2F7F4"/>
            </a:solidFill>
            <a:ln w="14288" cap="sq">
              <a:solidFill>
                <a:srgbClr val="1F7E4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63040" y="2495550"/>
            <a:ext cx="69494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7E4C"/>
                </a:solidFill>
                <a:latin typeface="Arial Bold"/>
                <a:ea typeface="Arial Bold"/>
                <a:cs typeface="Arial Bold"/>
                <a:sym typeface="Arial Bold"/>
              </a:rPr>
              <a:t>KẾT QUẢ ĐẠT ĐƯỢC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3040" y="3396615"/>
            <a:ext cx="6743700" cy="437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Web App đã có giao diện và các chức năng chính bước đầu.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Đã kết nối Firebase để lưu trữ, đồng bộ và hiển thị dữ liệu.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Đã kiểm thử việc nhận dữ liệu từ Firebase trên Wokwi.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Sẵn sàng chuyển sang giai đoạn triển khai phần cứng ESP32.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88316" y="2050256"/>
            <a:ext cx="7969568" cy="6735128"/>
            <a:chOff x="0" y="0"/>
            <a:chExt cx="10626090" cy="89801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26090" cy="8980170"/>
            </a:xfrm>
            <a:custGeom>
              <a:avLst/>
              <a:gdLst/>
              <a:ahLst/>
              <a:cxnLst/>
              <a:rect r="r" b="b" t="t" l="l"/>
              <a:pathLst>
                <a:path h="8980170" w="10626090">
                  <a:moveTo>
                    <a:pt x="0" y="1496695"/>
                  </a:moveTo>
                  <a:cubicBezTo>
                    <a:pt x="0" y="670052"/>
                    <a:pt x="670052" y="0"/>
                    <a:pt x="1496695" y="0"/>
                  </a:cubicBezTo>
                  <a:lnTo>
                    <a:pt x="9129395" y="0"/>
                  </a:lnTo>
                  <a:cubicBezTo>
                    <a:pt x="9956038" y="0"/>
                    <a:pt x="10626090" y="670052"/>
                    <a:pt x="10626090" y="1496695"/>
                  </a:cubicBezTo>
                  <a:lnTo>
                    <a:pt x="10626090" y="7483475"/>
                  </a:lnTo>
                  <a:cubicBezTo>
                    <a:pt x="10626090" y="8310118"/>
                    <a:pt x="9956038" y="8980170"/>
                    <a:pt x="9129395" y="8980170"/>
                  </a:cubicBezTo>
                  <a:lnTo>
                    <a:pt x="1496695" y="8980170"/>
                  </a:lnTo>
                  <a:cubicBezTo>
                    <a:pt x="670052" y="8980170"/>
                    <a:pt x="0" y="8310118"/>
                    <a:pt x="0" y="7483475"/>
                  </a:cubicBezTo>
                  <a:close/>
                </a:path>
              </a:pathLst>
            </a:custGeom>
            <a:solidFill>
              <a:srgbClr val="F5F7FC"/>
            </a:solidFill>
            <a:ln w="14288" cap="sq">
              <a:solidFill>
                <a:srgbClr val="1237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98380" y="2495550"/>
            <a:ext cx="69494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KẾ HOẠCH TUẦN 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8380" y="3396615"/>
            <a:ext cx="6743700" cy="437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Thiết kế và lắp ráp phần cứng sử dụng ESP32.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Kết nối các cảm biến cần thiết.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Lập trình ESP32 để đọc dữ liệu cảm biến.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Kiểm tra thu thập dữ liệu và chuẩn bị truyền lên Firebase.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9848088"/>
            <a:ext cx="18287543" cy="438912"/>
            <a:chOff x="0" y="0"/>
            <a:chExt cx="24383390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336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45820" y="9888474"/>
            <a:ext cx="16550640" cy="22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69817" y="4173814"/>
            <a:ext cx="10148366" cy="193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0"/>
              </a:lnSpc>
            </a:pPr>
            <a:r>
              <a:rPr lang="en-US" sz="12725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Tiến độ tuần 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14745" y="6253932"/>
            <a:ext cx="4881975" cy="3805203"/>
          </a:xfrm>
          <a:custGeom>
            <a:avLst/>
            <a:gdLst/>
            <a:ahLst/>
            <a:cxnLst/>
            <a:rect r="r" b="b" t="t" l="l"/>
            <a:pathLst>
              <a:path h="3805203" w="4881975">
                <a:moveTo>
                  <a:pt x="0" y="0"/>
                </a:moveTo>
                <a:lnTo>
                  <a:pt x="4881975" y="0"/>
                </a:lnTo>
                <a:lnTo>
                  <a:pt x="4881975" y="3805202"/>
                </a:lnTo>
                <a:lnTo>
                  <a:pt x="0" y="380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1165" y="2448729"/>
            <a:ext cx="5108484" cy="3805203"/>
          </a:xfrm>
          <a:custGeom>
            <a:avLst/>
            <a:gdLst/>
            <a:ahLst/>
            <a:cxnLst/>
            <a:rect r="r" b="b" t="t" l="l"/>
            <a:pathLst>
              <a:path h="3805203" w="5108484">
                <a:moveTo>
                  <a:pt x="0" y="0"/>
                </a:moveTo>
                <a:lnTo>
                  <a:pt x="5108485" y="0"/>
                </a:lnTo>
                <a:lnTo>
                  <a:pt x="5108485" y="3805203"/>
                </a:lnTo>
                <a:lnTo>
                  <a:pt x="0" y="380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20788" y="2448729"/>
            <a:ext cx="4751863" cy="3805203"/>
          </a:xfrm>
          <a:custGeom>
            <a:avLst/>
            <a:gdLst/>
            <a:ahLst/>
            <a:cxnLst/>
            <a:rect r="r" b="b" t="t" l="l"/>
            <a:pathLst>
              <a:path h="3805203" w="4751863">
                <a:moveTo>
                  <a:pt x="0" y="0"/>
                </a:moveTo>
                <a:lnTo>
                  <a:pt x="4751863" y="0"/>
                </a:lnTo>
                <a:lnTo>
                  <a:pt x="4751863" y="3805203"/>
                </a:lnTo>
                <a:lnTo>
                  <a:pt x="0" y="380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8947" y="3810804"/>
            <a:ext cx="6119225" cy="4598127"/>
          </a:xfrm>
          <a:custGeom>
            <a:avLst/>
            <a:gdLst/>
            <a:ahLst/>
            <a:cxnLst/>
            <a:rect r="r" b="b" t="t" l="l"/>
            <a:pathLst>
              <a:path h="4598127" w="6119225">
                <a:moveTo>
                  <a:pt x="0" y="0"/>
                </a:moveTo>
                <a:lnTo>
                  <a:pt x="6119225" y="0"/>
                </a:lnTo>
                <a:lnTo>
                  <a:pt x="6119225" y="4598128"/>
                </a:lnTo>
                <a:lnTo>
                  <a:pt x="0" y="4598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61504" y="897226"/>
            <a:ext cx="8920183" cy="8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8947" y="2448729"/>
            <a:ext cx="51571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1. Phần cứng sử dụng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2201549" y="2509819"/>
            <a:ext cx="5519910" cy="7359879"/>
          </a:xfrm>
          <a:custGeom>
            <a:avLst/>
            <a:gdLst/>
            <a:ahLst/>
            <a:cxnLst/>
            <a:rect r="r" b="b" t="t" l="l"/>
            <a:pathLst>
              <a:path h="7359879" w="5519910">
                <a:moveTo>
                  <a:pt x="0" y="0"/>
                </a:moveTo>
                <a:lnTo>
                  <a:pt x="5519909" y="0"/>
                </a:lnTo>
                <a:lnTo>
                  <a:pt x="551990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1504" y="897226"/>
            <a:ext cx="8920183" cy="8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947" y="2448729"/>
            <a:ext cx="29209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2. Lắp mạch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767817"/>
            <a:ext cx="8393506" cy="639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Cảm biến Nhiệt độ &amp; Độ ẩm DHT22 :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VCC (hoặc dấu +) ➔ Nối vào chân 3V3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GND (hoặc dấu -) ➔ Nối vào chân GND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DATA (hoặc OUT) ➔Nối trực tiếp vào chân D2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Module Cảm biến Ánh sáng LDR :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VCC ➔ Nối vào chân 3V3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GND ➔ Nối vào chân GND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AO (Analog Output) ➔ Nối vào chân D34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Cảm biến Độ ẩm đất điện dung V1.2 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VCC ➔ Nối vào chân 3V3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GND ➔ Nối vào chân GND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AOUT  ➔ Nối vào chân D35 của ESP32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309964" y="4390093"/>
            <a:ext cx="11668073" cy="3855647"/>
          </a:xfrm>
          <a:custGeom>
            <a:avLst/>
            <a:gdLst/>
            <a:ahLst/>
            <a:cxnLst/>
            <a:rect r="r" b="b" t="t" l="l"/>
            <a:pathLst>
              <a:path h="3855647" w="11668073">
                <a:moveTo>
                  <a:pt x="0" y="0"/>
                </a:moveTo>
                <a:lnTo>
                  <a:pt x="11668072" y="0"/>
                </a:lnTo>
                <a:lnTo>
                  <a:pt x="11668072" y="3855647"/>
                </a:lnTo>
                <a:lnTo>
                  <a:pt x="0" y="3855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1504" y="897226"/>
            <a:ext cx="8920183" cy="8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947" y="2448729"/>
            <a:ext cx="545401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3. Nạp code vào ESP32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75521" y="2595726"/>
            <a:ext cx="9956586" cy="6356958"/>
          </a:xfrm>
          <a:custGeom>
            <a:avLst/>
            <a:gdLst/>
            <a:ahLst/>
            <a:cxnLst/>
            <a:rect r="r" b="b" t="t" l="l"/>
            <a:pathLst>
              <a:path h="6356958" w="9956586">
                <a:moveTo>
                  <a:pt x="0" y="0"/>
                </a:moveTo>
                <a:lnTo>
                  <a:pt x="9956586" y="0"/>
                </a:lnTo>
                <a:lnTo>
                  <a:pt x="995658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1504" y="897226"/>
            <a:ext cx="8920183" cy="8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947" y="2448729"/>
            <a:ext cx="461295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4. Quan sát dữ liệu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34068"/>
            <a:ext cx="52011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Serial Monitor trên Arduino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121588" y="3264891"/>
            <a:ext cx="10959214" cy="6164558"/>
          </a:xfrm>
          <a:custGeom>
            <a:avLst/>
            <a:gdLst/>
            <a:ahLst/>
            <a:cxnLst/>
            <a:rect r="r" b="b" t="t" l="l"/>
            <a:pathLst>
              <a:path h="6164558" w="10959214">
                <a:moveTo>
                  <a:pt x="0" y="0"/>
                </a:moveTo>
                <a:lnTo>
                  <a:pt x="10959214" y="0"/>
                </a:lnTo>
                <a:lnTo>
                  <a:pt x="10959214" y="6164558"/>
                </a:lnTo>
                <a:lnTo>
                  <a:pt x="0" y="6164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1504" y="897226"/>
            <a:ext cx="8920183" cy="8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947" y="2448729"/>
            <a:ext cx="461295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4. Quan sát dữ liệu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947" y="3264891"/>
            <a:ext cx="52011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Firebase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947" y="509588"/>
            <a:ext cx="17004497" cy="1600419"/>
            <a:chOff x="0" y="0"/>
            <a:chExt cx="22672662" cy="2133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72675" cy="2133854"/>
            </a:xfrm>
            <a:custGeom>
              <a:avLst/>
              <a:gdLst/>
              <a:ahLst/>
              <a:cxnLst/>
              <a:rect r="r" b="b" t="t" l="l"/>
              <a:pathLst>
                <a:path h="2133854" w="22672675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206437" y="2393578"/>
            <a:ext cx="3307346" cy="7359879"/>
          </a:xfrm>
          <a:custGeom>
            <a:avLst/>
            <a:gdLst/>
            <a:ahLst/>
            <a:cxnLst/>
            <a:rect r="r" b="b" t="t" l="l"/>
            <a:pathLst>
              <a:path h="7359879" w="3307346">
                <a:moveTo>
                  <a:pt x="0" y="0"/>
                </a:moveTo>
                <a:lnTo>
                  <a:pt x="3307346" y="0"/>
                </a:lnTo>
                <a:lnTo>
                  <a:pt x="3307346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1504" y="897226"/>
            <a:ext cx="8920183" cy="8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947" y="2448729"/>
            <a:ext cx="461295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4. Quan sát dữ liệu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947" y="3429804"/>
            <a:ext cx="52011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</a:t>
            </a: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xpo Go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DAHR8QmCQQg</dc:identifier>
  <dcterms:modified xsi:type="dcterms:W3CDTF">2011-08-01T06:04:30Z</dcterms:modified>
  <cp:revision>1</cp:revision>
  <dc:title>Presentation1.pptx</dc:title>
</cp:coreProperties>
</file>