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Chỉ giữ lại những chức năng thực tế nhóm đã triển khai và kiểm thử.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nhóm chưa hoàn thành mô hình AI thì trình bày phần này dưới dạng hướng phát triển.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812766"/>
            <a:ext cx="10566467" cy="4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564601"/>
            <a:ext cx="10566433" cy="448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812766"/>
            <a:ext cx="10566467" cy="4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564601"/>
            <a:ext cx="10566433" cy="448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Trường ĐH Công nghệ Kỹ thuật TP.HCM">    </p:cNvPr>
          <p:cNvPicPr>
            <a:picLocks noChangeAspect="1"/>
          </p:cNvPicPr>
          <p:nvPr/>
        </p:nvPicPr>
        <p:blipFill>
          <a:blip r:embed="rId1"/>
          <a:srcRect l="0" r="0" t="-4359" b="-4359"/>
          <a:stretch/>
        </p:blipFill>
        <p:spPr>
          <a:xfrm>
            <a:off x="812767" y="406356"/>
            <a:ext cx="4318000" cy="10795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2176860"/>
            <a:ext cx="10883461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DI ĐỘNG KẾT HỢP VỚI HỆ THỐNG NHÚNG ESP32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767" y="3314678"/>
            <a:ext cx="10883461" cy="375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VÀ GIÁM SÁT CÂY TRỒNG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12767" y="3868374"/>
            <a:ext cx="10883461" cy="63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 nhóm: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Nguyễn Đức Thắng, Nguyễn Thế Toàn, Nguyễn Thanh Trí, Nguyễn Hữu Tuấn, Nguyễn Thái Tú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dẫn: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ThS. Huỳnh Hoàng Hà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9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7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vấn đề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901" y="1564570"/>
            <a:ext cx="10819707" cy="148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Việc theo dõi tình trạng cây trồng bằng phương pháp thủ công tốn thời gian và công sức.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trồng cần theo dõi các thông số môi trường để chăm sóc cây phù hợp.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IoT cho phép thu thập và truyền dữ liệu từ cảm biến đến hệ thống giám sát.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ứng dụng hỗ trợ quản lý và giám sát cây trồng từ xa, thuận tiện hơn cho người sử dụng.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9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7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và phạm vi đề tài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767" y="1564570"/>
            <a:ext cx="523245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89475" y="1940444"/>
            <a:ext cx="5148129" cy="197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ứng dụng di động phục vụ quản lý và giám sát cây trồng.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ESP32 với các cảm biến môi trường.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Firebase để lưu trữ và đồng bộ dữ liệu.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các chức năng theo dõi và điều khiển cơ bản.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99178" y="1564570"/>
            <a:ext cx="523245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75886" y="1940444"/>
            <a:ext cx="5148129" cy="1000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mô hình thử nghiệm ở quy mô nhỏ.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vào thu thập dữ liệu, hiển thị thông tin và điều khiển hệ thống.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9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6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và linh kiện sử dụng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901" y="1564570"/>
            <a:ext cx="10819707" cy="221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ESP32: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 điều khiển trung tâm, thu thập dữ liệu cảm biến và kết nối Wi-Fi.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DHT22: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Đo nhiệt độ và độ ẩm không khí.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biến độ ẩm đất V1.2: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Theo dõi độ ẩm của đất.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biến ánh sáng LDR: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Thu thập thông tin về cường độ ánh sáng.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Realtime Database: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Lưu trữ và đồng bộ dữ liệu.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Native, TypeScript và Expo: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Phát triển ứng dụng di động.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91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9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tổng thể hệ thống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767" y="1564571"/>
            <a:ext cx="1088346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gồm ba thành phần chính: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19117" y="2160116"/>
            <a:ext cx="3340122" cy="2141945"/>
          </a:xfrm>
          <a:prstGeom prst="roundRect">
            <a:avLst>
              <a:gd name="adj" fmla="val 4447"/>
            </a:avLst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6528" y="2367527"/>
            <a:ext cx="3013059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Lớp phần cứng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23810" y="2712917"/>
            <a:ext cx="2908157" cy="878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kết nối với các cảm biến.</a:t>
            </a:r>
            <a:endParaRPr lang="en-US" sz="1400" dirty="0"/>
          </a:p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thông số môi trường xung quanh cây trồng.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25939" y="2160116"/>
            <a:ext cx="3340122" cy="2141945"/>
          </a:xfrm>
          <a:prstGeom prst="roundRect">
            <a:avLst>
              <a:gd name="adj" fmla="val 4447"/>
            </a:avLst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33351" y="2367527"/>
            <a:ext cx="3013059" cy="51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Lớp lưu trữ và truyền dữ liệu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30633" y="2956719"/>
            <a:ext cx="2908157" cy="1163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Wi-Fi để kết nối ESP32 với Firebase.</a:t>
            </a:r>
            <a:endParaRPr lang="en-US" sz="1400" dirty="0"/>
          </a:p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và đồng bộ dữ liệu phục vụ ứng dụng.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32762" y="2160116"/>
            <a:ext cx="3340122" cy="2141945"/>
          </a:xfrm>
          <a:prstGeom prst="roundRect">
            <a:avLst>
              <a:gd name="adj" fmla="val 4447"/>
            </a:avLst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40173" y="2367527"/>
            <a:ext cx="3013059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Lớp ứng dụng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37455" y="2712917"/>
            <a:ext cx="2908157" cy="1163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thông tin cây trồng và dữ liệu cảm biến.</a:t>
            </a:r>
            <a:endParaRPr lang="en-US" sz="1400" dirty="0"/>
          </a:p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người dùng quản lý và điều khiển hệ thống.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767" y="4613176"/>
            <a:ext cx="1088346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dữ liệu: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Cảm biến → ESP32 → Wi-Fi → Firebase → Ứng dụng di động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8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6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và triển khai phần cứng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901" y="1564568"/>
            <a:ext cx="10819707" cy="221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đóng vai trò là bộ xử lý trung tâm của hệ thống.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biến DHT22 kết nối chân D2 để thu thập nhiệt độ và độ ẩm không khí.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biến ánh sáng LDR kết nối chân D34.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biến độ ẩm đất V1.2 kết nối chân D35.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đọc dữ liệu từ cảm biến và chuẩn bị dữ liệu để truyền lên Firebase.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Lắp ráp mạch, nạp chương trình và kiểm tra hoạt động của thiết bị.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8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6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và đồng bộ dữ liệu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901" y="1564568"/>
            <a:ext cx="10819707" cy="25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thu thập dữ liệu từ các cảm biến được kết nối.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được gửi lên Firebase thông qua kết nối Wi-Fi.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lưu trữ dữ liệu để ứng dụng truy xuất và hiển thị.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nhận dữ liệu từ Firebase để cập nhật thông tin môi trường.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Serial Monitor để quan sát dữ liệu trong quá trình kiểm thử.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dữ liệu trên ESP32, Firebase và ứng dụng để kiểm tra tính chính xác của quá trình truyền nhận.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8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6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ứng dụng di động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901" y="1564568"/>
            <a:ext cx="10819707" cy="1854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giao diện theo hướng trực quan, dễ sử dụng.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 trí các khu vực hiển thị thông tin cây trồng và dữ liệu cảm biến.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người dùng theo dõi trạng thái hệ thống.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các màn hình theo từng chức năng để thuận tiện thao tác.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ứng dụng với Firebase để lấy dữ liệu và cập nhật thông tin.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94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9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quản lý cây trồng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901" y="1564574"/>
            <a:ext cx="10819707" cy="1854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quản lý thông tin cây trồng trên ứng dụng.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các thông tin cần thiết phục vụ quá trình theo dõi.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thao tác thêm và chỉnh sửa thông tin cây trồng.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dữ liệu trên Firebase để thuận tiện truy xuất.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nền tảng mở rộng quản lý nhiều cây trồng hoặc nhiều khu vực trong tương lai.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94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9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điều khiển và chế độ tự động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767" y="1564574"/>
            <a:ext cx="523245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khiển hệ thống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89475" y="1940446"/>
            <a:ext cx="5148129" cy="197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cung cấp giao diện điều khiển các chức năng đã triển khai.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Lệnh điều khiển được truyền qua hệ thống dữ liệu để ESP32 tiếp nhận.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thực hiện lệnh tương ứng theo chương trình điều khiển.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99178" y="1564574"/>
            <a:ext cx="523245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Chế độ tự động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75886" y="1940446"/>
            <a:ext cx="5148129" cy="197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dữ liệu cảm biến làm cơ sở cho việc điều khiển tự động.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điều kiện kích hoạt dựa trên các thông số môi trường.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hoạt động của chế độ tự động trong các tình huống thử nghiệm.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8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3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kiểm thử hệ thống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901" y="1564568"/>
            <a:ext cx="10819707" cy="25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khả năng kết nối Wi-Fi của ESP32.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khả năng đọc dữ liệu từ các cảm biến.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sát dữ liệu thông qua Serial Monitor.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việc gửi và lưu dữ liệu trên Firebase.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khả năng nhận và hiển thị dữ liệu trên ứng dụng di động.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các chức năng quản lý và điều khiển đã triển khai.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nhận lỗi phát sinh để tiếp tục hoàn thiện hệ thống.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8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3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đạt được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68901" y="1564568"/>
            <a:ext cx="10819707" cy="221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được giao diện ứng dụng di động phục vụ quản lý cây trồng.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kết nối ESP32 với các cảm biến môi trường.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lập kết nối giữa hệ thống phần cứng và Firebase.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khả năng thu thập, truyền và hiển thị dữ liệu.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thành nền tảng cho hệ thống giám sát cây trồng ứng dụng IoT.</a:t>
            </a:r>
            <a:endParaRPr lang="en-US" sz="1800" dirty="0"/>
          </a:p>
          <a:p>
            <a:pPr algn="l" marL="197866" indent="-1978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cơ sở để tiếp tục phát triển chức năng điều khiển và tự động hóa.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8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3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và hướng phát triển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767" y="1564568"/>
            <a:ext cx="523245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hướng ứng dụng AI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89475" y="1940440"/>
            <a:ext cx="5148129" cy="262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dữ liệu cảm biến để phân tích điều kiện môi trường của cây trồng.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xét xây dựng mô hình dự đoán hoặc khuyến nghị chăm sóc cây.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dữ liệu thu thập từ hệ thống để đánh giá mô hình.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cao khả năng tự động hóa và hỗ trợ ra quyết định.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99178" y="1564568"/>
            <a:ext cx="523245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cần đánh giá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75886" y="1940440"/>
            <a:ext cx="5148129" cy="165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đầu vào và đầu ra của mô hình.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 xây dựng và huấn luyện mô hình.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chỉ số đánh giá hiệu quả mô hình.</a:t>
            </a:r>
            <a:endParaRPr lang="en-US" sz="1600" dirty="0"/>
          </a:p>
          <a:p>
            <a:pPr algn="l" marL="177292" indent="-17729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tích hợp mô hình vào ứng dụng hoặc hệ thống nhúng.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CM-UTE">    </p:cNvPr>
          <p:cNvPicPr>
            <a:picLocks noChangeAspect="1"/>
          </p:cNvPicPr>
          <p:nvPr/>
        </p:nvPicPr>
        <p:blipFill>
          <a:blip r:embed="rId1"/>
          <a:srcRect l="0" r="0" t="-1688" b="-1688"/>
          <a:stretch/>
        </p:blipFill>
        <p:spPr>
          <a:xfrm>
            <a:off x="9855233" y="101588"/>
            <a:ext cx="1524000" cy="1524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67" y="812763"/>
            <a:ext cx="10883461" cy="4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767" y="1564568"/>
            <a:ext cx="523245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96587" y="1940440"/>
            <a:ext cx="5141017" cy="185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hệ thống quản lý và giám sát cây trồng kết hợp ứng dụng di động, ESP32 và Firebase.</a:t>
            </a:r>
            <a:endParaRPr lang="en-US" sz="1500" dirty="0"/>
          </a:p>
          <a:p>
            <a:pPr algn="l" marL="170180" indent="-1701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Thuận lợi cho việc thu thập, lưu trữ và theo dõi dữ liệu môi trường.</a:t>
            </a:r>
            <a:endParaRPr lang="en-US" sz="1500" dirty="0"/>
          </a:p>
          <a:p>
            <a:pPr algn="l" marL="170180" indent="-1701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nền tảng để mở rộng các chức năng thông minh trong tương lai.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99178" y="1564568"/>
            <a:ext cx="523245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82998" y="1940440"/>
            <a:ext cx="5141017" cy="185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giao diện, nâng cao trải nghiệm người dùng.</a:t>
            </a:r>
            <a:endParaRPr lang="en-US" sz="1500" dirty="0"/>
          </a:p>
          <a:p>
            <a:pPr algn="l" marL="170180" indent="-1701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thiện độ ổn định truyền nhận dữ liệu.</a:t>
            </a:r>
            <a:endParaRPr lang="en-US" sz="1500" dirty="0"/>
          </a:p>
          <a:p>
            <a:pPr algn="l" marL="170180" indent="-1701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chức năng điều khiển và cảnh báo.</a:t>
            </a:r>
            <a:endParaRPr lang="en-US" sz="1500" dirty="0"/>
          </a:p>
          <a:p>
            <a:pPr algn="l" marL="170180" indent="-1701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 tích hợp AI khi có dữ liệu và mô hình phù hợp.</a:t>
            </a:r>
            <a:endParaRPr lang="en-US" sz="1500" dirty="0"/>
          </a:p>
          <a:p>
            <a:pPr algn="l" marL="170180" indent="-1701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tục kiểm thử trong điều kiện thực tế.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767" y="4073810"/>
            <a:ext cx="10883461" cy="38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 VÀ CÁC BẠN ĐÃ LẮNG NGHE!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Ứng dụng di động kết hợp ESP32 – Quản lý và giám sát cây trồng">
  <a:themeElements>
    <a:clrScheme name="Ứng dụng di động kết hợp ESP32 – Quản lý và giám sát cây trồng">
      <a:dk1>
        <a:srgbClr val="111111"/>
      </a:dk1>
      <a:lt1>
        <a:srgbClr val="FFFFFF"/>
      </a:lt1>
      <a:dk2>
        <a:srgbClr val="4D4D4D"/>
      </a:dk2>
      <a:lt2>
        <a:srgbClr val="E7E7E7"/>
      </a:lt2>
      <a:accent1>
        <a:srgbClr val="9AA0A6"/>
      </a:accent1>
      <a:accent2>
        <a:srgbClr val="707070"/>
      </a:accent2>
      <a:accent3>
        <a:srgbClr val="949494"/>
      </a:accent3>
      <a:accent4>
        <a:srgbClr val="B8B8B8"/>
      </a:accent4>
      <a:accent5>
        <a:srgbClr val="CFCFCF"/>
      </a:accent5>
      <a:accent6>
        <a:srgbClr val="353535"/>
      </a:accent6>
      <a:hlink>
        <a:srgbClr val="0563C1"/>
      </a:hlink>
      <a:folHlink>
        <a:srgbClr val="954F72"/>
      </a:folHlink>
    </a:clrScheme>
    <a:fontScheme name="Ứng dụng di động kết hợp ESP32 – Quản lý và giám sát cây trồ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di động kết hợp ESP32 – Quản lý và giám sát cây trồng</dc:title>
  <dc:subject/>
  <dc:creator/>
  <cp:lastModifiedBy/>
  <cp:revision>1</cp:revision>
  <dcterms:created xsi:type="dcterms:W3CDTF">2026-10-27T04:52:19Z</dcterms:created>
  <dcterms:modified xsi:type="dcterms:W3CDTF">2026-10-27T04:52:19Z</dcterms:modified>
</cp:coreProperties>
</file>